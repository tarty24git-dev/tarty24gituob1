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CTH DataMatch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Data Reconciliation &amp; Dynamic Query Reporting Suite</a:t>
            </a:r>
          </a:p>
          <a:p>
            <a:r>
              <a:t>Java Spring Boot 3 &amp; Multi-Database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21 &amp; Spring Boot 3.3.0 Enterprise Web Stack</a:t>
            </a:r>
          </a:p>
          <a:p>
            <a:r>
              <a:t>• Multi-Database Support: IBM DB2 (Default), PostgreSQL, Oracle, SQL Server, H2</a:t>
            </a:r>
          </a:p>
          <a:p>
            <a:r>
              <a:t>• Dynamic CSV / Excel Matching Engine with side-by-side match &amp; mismatch viewer</a:t>
            </a:r>
          </a:p>
          <a:p>
            <a:r>
              <a:t>• Custom Database Report Builder with SQL generation &amp; automatic CRON scheduling</a:t>
            </a:r>
          </a:p>
          <a:p>
            <a:r>
              <a:t>• Configurable Authentication: Database BCrypt vs. Windows Active Directory LDAP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Cross-Platform Deployment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Cross-Platform Scripts: build.bat / build.sh, start.bat / start.sh, stop.bat / stop.sh</a:t>
            </a:r>
          </a:p>
          <a:p>
            <a:r>
              <a:t>• Containerized Setup: Multi-stage Dockerfile and docker-compose.yml</a:t>
            </a:r>
          </a:p>
          <a:p>
            <a:r>
              <a:t>• Cloud Orchestration: Ready-to-deploy Kubernetes manifests (k8s/deployment.yaml)</a:t>
            </a:r>
          </a:p>
          <a:p>
            <a:r>
              <a:t>• OpenAPI 3.0 Integration: Live interactive Swagger UI console at /swagger-ui.html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